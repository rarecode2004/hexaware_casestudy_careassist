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F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469" y="-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CC3-9DD8-47FE-88A5-7D6B21451CB1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B31E-3884-41BE-8E8D-AE7CD7FCE8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194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CC3-9DD8-47FE-88A5-7D6B21451CB1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B31E-3884-41BE-8E8D-AE7CD7FCE8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908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CC3-9DD8-47FE-88A5-7D6B21451CB1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B31E-3884-41BE-8E8D-AE7CD7FCE8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680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CC3-9DD8-47FE-88A5-7D6B21451CB1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B31E-3884-41BE-8E8D-AE7CD7FCE8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450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CC3-9DD8-47FE-88A5-7D6B21451CB1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B31E-3884-41BE-8E8D-AE7CD7FCE8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199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CC3-9DD8-47FE-88A5-7D6B21451CB1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B31E-3884-41BE-8E8D-AE7CD7FCE8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36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CC3-9DD8-47FE-88A5-7D6B21451CB1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B31E-3884-41BE-8E8D-AE7CD7FCE8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973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CC3-9DD8-47FE-88A5-7D6B21451CB1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B31E-3884-41BE-8E8D-AE7CD7FCE8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45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CC3-9DD8-47FE-88A5-7D6B21451CB1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B31E-3884-41BE-8E8D-AE7CD7FCE8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52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CC3-9DD8-47FE-88A5-7D6B21451CB1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B31E-3884-41BE-8E8D-AE7CD7FCE8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954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CC3-9DD8-47FE-88A5-7D6B21451CB1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EB31E-3884-41BE-8E8D-AE7CD7FCE8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71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0">
              <a:srgbClr val="0070C0">
                <a:lumMod val="10000"/>
                <a:lumOff val="90000"/>
              </a:srgb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D7CC3-9DD8-47FE-88A5-7D6B21451CB1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EB31E-3884-41BE-8E8D-AE7CD7FCE8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07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7584" y="2708920"/>
            <a:ext cx="7772400" cy="1470025"/>
          </a:xfrm>
        </p:spPr>
        <p:txBody>
          <a:bodyPr/>
          <a:lstStyle/>
          <a:p>
            <a:r>
              <a:rPr lang="en-IN" b="1" dirty="0" err="1" smtClean="0"/>
              <a:t>CareAssist</a:t>
            </a:r>
            <a:r>
              <a:rPr lang="en-IN" b="1" dirty="0" smtClean="0"/>
              <a:t> : Medical Billing and Claims Management System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1547664" y="4638019"/>
            <a:ext cx="59766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NAME:  </a:t>
            </a:r>
            <a:r>
              <a:rPr lang="en-IN" dirty="0" smtClean="0">
                <a:solidFill>
                  <a:schemeClr val="tx1"/>
                </a:solidFill>
              </a:rPr>
              <a:t>GOPIKA N</a:t>
            </a:r>
          </a:p>
          <a:p>
            <a:pPr algn="ctr"/>
            <a:endParaRPr lang="en-IN" dirty="0" smtClean="0">
              <a:solidFill>
                <a:schemeClr val="tx1"/>
              </a:solidFill>
            </a:endParaRPr>
          </a:p>
          <a:p>
            <a:pPr algn="ctr"/>
            <a:r>
              <a:rPr lang="en-IN" b="1" dirty="0" smtClean="0">
                <a:solidFill>
                  <a:schemeClr val="tx1"/>
                </a:solidFill>
              </a:rPr>
              <a:t>TRAINER NAME:  </a:t>
            </a:r>
            <a:r>
              <a:rPr lang="en-IN" dirty="0" smtClean="0">
                <a:solidFill>
                  <a:schemeClr val="tx1"/>
                </a:solidFill>
              </a:rPr>
              <a:t>JAVEED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32657"/>
            <a:ext cx="8424936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28800" y="2060848"/>
            <a:ext cx="5958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/>
              <a:t>JAVA FSD TRAINING BATCH – FEB 2026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058111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dirty="0" smtClean="0"/>
              <a:t>Case Study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 fontScale="62500" lnSpcReduction="20000"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dirty="0" smtClean="0"/>
              <a:t>The Medical Billing and Claims Management System is a comprehensive application designed to streamline the complex process of medical billing, claims submission, and reimbursement for healthcare providers, insurance companies, and patients. 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 smtClean="0"/>
              <a:t>The system aims to reduce administrative burdens, improve accuracy, and enhance communication between stakeholders.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b="1" dirty="0" smtClean="0"/>
              <a:t>Scope: </a:t>
            </a:r>
          </a:p>
          <a:p>
            <a:pPr marL="0" indent="0" algn="just">
              <a:buNone/>
            </a:pPr>
            <a:endParaRPr lang="en-US" b="1" dirty="0" smtClean="0"/>
          </a:p>
          <a:p>
            <a:pPr marL="0" indent="0" algn="just">
              <a:buNone/>
            </a:pPr>
            <a:r>
              <a:rPr lang="en-US" dirty="0" smtClean="0"/>
              <a:t>1. Efficient Claims Submission: Develop a system for healthcare providers to submit accurate and timely insurance claims. </a:t>
            </a:r>
          </a:p>
          <a:p>
            <a:pPr marL="0" indent="0" algn="just">
              <a:buNone/>
            </a:pPr>
            <a:r>
              <a:rPr lang="en-US" dirty="0" smtClean="0"/>
              <a:t>2. Claims Processing: Enable insurance companies to process claims, validate coverage, and reimburse healthcare providers.</a:t>
            </a:r>
          </a:p>
          <a:p>
            <a:pPr marL="0" indent="0" algn="just">
              <a:buNone/>
            </a:pPr>
            <a:r>
              <a:rPr lang="en-US" dirty="0" smtClean="0"/>
              <a:t> 3. Patient Invoicing: Generate and manage invoices for patients based on their medical services and insurance coverage.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229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USECASE DIAGRAM</a:t>
            </a:r>
            <a:endParaRPr lang="en-IN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124744"/>
            <a:ext cx="7920880" cy="5001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7690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TECHNOLOGIES USED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24744"/>
            <a:ext cx="4258816" cy="521744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1" dirty="0" smtClean="0"/>
              <a:t>Frontend </a:t>
            </a:r>
            <a:r>
              <a:rPr lang="en-IN" b="1" dirty="0"/>
              <a:t>Technologies</a:t>
            </a:r>
          </a:p>
          <a:p>
            <a:pPr marL="0" indent="0">
              <a:buNone/>
            </a:pPr>
            <a:r>
              <a:rPr lang="en-IN" dirty="0" smtClean="0"/>
              <a:t>Used </a:t>
            </a:r>
            <a:r>
              <a:rPr lang="en-IN" dirty="0"/>
              <a:t>for UI &amp; user interaction</a:t>
            </a:r>
          </a:p>
          <a:p>
            <a:pPr marL="0" indent="0">
              <a:buNone/>
            </a:pPr>
            <a:r>
              <a:rPr lang="en-IN" b="1" dirty="0"/>
              <a:t>React.js</a:t>
            </a:r>
            <a:r>
              <a:rPr lang="en-IN" dirty="0"/>
              <a:t> – Build dynamic user interfaces </a:t>
            </a:r>
          </a:p>
          <a:p>
            <a:pPr marL="0" indent="0">
              <a:buNone/>
            </a:pPr>
            <a:r>
              <a:rPr lang="en-IN" b="1" dirty="0"/>
              <a:t>JavaScript (ES6)</a:t>
            </a:r>
            <a:r>
              <a:rPr lang="en-IN" dirty="0"/>
              <a:t> – Logic &amp; functionality </a:t>
            </a:r>
          </a:p>
          <a:p>
            <a:pPr marL="0" indent="0">
              <a:buNone/>
            </a:pPr>
            <a:r>
              <a:rPr lang="en-IN" b="1" dirty="0"/>
              <a:t>HTML5</a:t>
            </a:r>
            <a:r>
              <a:rPr lang="en-IN" dirty="0"/>
              <a:t> – Structure of web pages </a:t>
            </a:r>
          </a:p>
          <a:p>
            <a:pPr marL="0" indent="0">
              <a:buNone/>
            </a:pPr>
            <a:r>
              <a:rPr lang="en-IN" b="1" dirty="0"/>
              <a:t>CSS3</a:t>
            </a:r>
            <a:r>
              <a:rPr lang="en-IN" dirty="0"/>
              <a:t> – Styling and responsive design </a:t>
            </a:r>
          </a:p>
          <a:p>
            <a:pPr marL="0" indent="0">
              <a:buNone/>
            </a:pPr>
            <a:r>
              <a:rPr lang="en-IN" b="1" dirty="0" err="1"/>
              <a:t>Axios</a:t>
            </a:r>
            <a:r>
              <a:rPr lang="en-IN" b="1" dirty="0"/>
              <a:t> / Fetch API</a:t>
            </a:r>
            <a:r>
              <a:rPr lang="en-IN" dirty="0"/>
              <a:t> – API communication </a:t>
            </a: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 smtClean="0"/>
              <a:t>Backend </a:t>
            </a:r>
            <a:r>
              <a:rPr lang="en-IN" b="1" dirty="0"/>
              <a:t>Technologies</a:t>
            </a:r>
          </a:p>
          <a:p>
            <a:pPr marL="0" indent="0">
              <a:buNone/>
            </a:pPr>
            <a:r>
              <a:rPr lang="en-IN" dirty="0" smtClean="0"/>
              <a:t>Used </a:t>
            </a:r>
            <a:r>
              <a:rPr lang="en-IN" dirty="0"/>
              <a:t>for server-side logic</a:t>
            </a:r>
          </a:p>
          <a:p>
            <a:pPr marL="0" indent="0">
              <a:buNone/>
            </a:pPr>
            <a:r>
              <a:rPr lang="en-IN" b="1" dirty="0"/>
              <a:t>Spring Boot</a:t>
            </a:r>
            <a:r>
              <a:rPr lang="en-IN" dirty="0"/>
              <a:t> – Backend framework </a:t>
            </a:r>
          </a:p>
          <a:p>
            <a:pPr marL="0" indent="0">
              <a:buNone/>
            </a:pPr>
            <a:r>
              <a:rPr lang="en-IN" b="1" dirty="0"/>
              <a:t>Spring Core</a:t>
            </a:r>
            <a:r>
              <a:rPr lang="en-IN" dirty="0"/>
              <a:t> – Dependency Injection (DI), </a:t>
            </a:r>
            <a:r>
              <a:rPr lang="en-IN" dirty="0" err="1"/>
              <a:t>IoC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b="1" dirty="0"/>
              <a:t>Spring MVC</a:t>
            </a:r>
            <a:r>
              <a:rPr lang="en-IN" dirty="0"/>
              <a:t> – Request handling </a:t>
            </a:r>
          </a:p>
          <a:p>
            <a:pPr marL="0" indent="0">
              <a:buNone/>
            </a:pPr>
            <a:r>
              <a:rPr lang="en-IN" b="1" dirty="0"/>
              <a:t>Spring Data JPA</a:t>
            </a:r>
            <a:r>
              <a:rPr lang="en-IN" dirty="0"/>
              <a:t> – Database interaction </a:t>
            </a:r>
          </a:p>
          <a:p>
            <a:pPr marL="0" indent="0">
              <a:buNone/>
            </a:pPr>
            <a:r>
              <a:rPr lang="en-IN" b="1" dirty="0"/>
              <a:t>Hibernate</a:t>
            </a:r>
            <a:r>
              <a:rPr lang="en-IN" dirty="0"/>
              <a:t> – ORM framework </a:t>
            </a:r>
          </a:p>
          <a:p>
            <a:pPr marL="0" indent="0">
              <a:buNone/>
            </a:pPr>
            <a:r>
              <a:rPr lang="en-IN" b="1" dirty="0"/>
              <a:t>REST API</a:t>
            </a:r>
            <a:r>
              <a:rPr lang="en-IN" dirty="0"/>
              <a:t> – Communication between frontend &amp; backend </a:t>
            </a: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b="1" dirty="0"/>
              <a:t>API Testing Tools</a:t>
            </a:r>
          </a:p>
          <a:p>
            <a:pPr marL="0" indent="0">
              <a:buNone/>
            </a:pPr>
            <a:r>
              <a:rPr lang="en-IN" b="1" dirty="0"/>
              <a:t>Postman</a:t>
            </a:r>
            <a:r>
              <a:rPr lang="en-IN" dirty="0"/>
              <a:t> – Testing REST APIs 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5004049" y="980729"/>
            <a:ext cx="3672408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/>
              <a:t>Database</a:t>
            </a:r>
          </a:p>
          <a:p>
            <a:r>
              <a:rPr lang="en-IN" sz="1500" dirty="0"/>
              <a:t>Used for storing data</a:t>
            </a:r>
          </a:p>
          <a:p>
            <a:r>
              <a:rPr lang="en-IN" sz="1500" b="1" dirty="0"/>
              <a:t>MySQL</a:t>
            </a:r>
            <a:r>
              <a:rPr lang="en-IN" sz="1500" dirty="0"/>
              <a:t> (or your DB) – Relational database </a:t>
            </a:r>
          </a:p>
          <a:p>
            <a:r>
              <a:rPr lang="en-IN" sz="1500" b="1" dirty="0"/>
              <a:t>SQL</a:t>
            </a:r>
            <a:r>
              <a:rPr lang="en-IN" sz="1500" dirty="0"/>
              <a:t> – Queries for data operations </a:t>
            </a:r>
          </a:p>
          <a:p>
            <a:endParaRPr lang="en-IN" sz="1500" dirty="0"/>
          </a:p>
          <a:p>
            <a:r>
              <a:rPr lang="en-IN" sz="1500" b="1" dirty="0"/>
              <a:t>Security</a:t>
            </a:r>
          </a:p>
          <a:p>
            <a:r>
              <a:rPr lang="en-IN" sz="1500" dirty="0"/>
              <a:t>Used for authentication &amp; authorization</a:t>
            </a:r>
          </a:p>
          <a:p>
            <a:r>
              <a:rPr lang="en-IN" sz="1500" b="1" dirty="0"/>
              <a:t>JWT (JSON Web Token)</a:t>
            </a:r>
            <a:r>
              <a:rPr lang="en-IN" sz="1500" dirty="0"/>
              <a:t> – Secure authentication </a:t>
            </a:r>
          </a:p>
          <a:p>
            <a:r>
              <a:rPr lang="en-IN" sz="1500" b="1" dirty="0"/>
              <a:t>Spring Security</a:t>
            </a:r>
            <a:r>
              <a:rPr lang="en-IN" sz="1500" dirty="0"/>
              <a:t> </a:t>
            </a:r>
          </a:p>
          <a:p>
            <a:endParaRPr lang="en-IN" sz="1500" dirty="0"/>
          </a:p>
          <a:p>
            <a:r>
              <a:rPr lang="en-IN" sz="1500" b="1" dirty="0"/>
              <a:t>Build &amp; Dependency Tools</a:t>
            </a:r>
          </a:p>
          <a:p>
            <a:r>
              <a:rPr lang="en-IN" sz="1500" b="1" dirty="0"/>
              <a:t>Maven</a:t>
            </a:r>
            <a:r>
              <a:rPr lang="en-IN" sz="1500" dirty="0"/>
              <a:t> – Project build &amp; dependency management </a:t>
            </a:r>
          </a:p>
          <a:p>
            <a:endParaRPr lang="en-IN" sz="1500" dirty="0"/>
          </a:p>
          <a:p>
            <a:r>
              <a:rPr lang="en-IN" sz="1500" b="1" dirty="0"/>
              <a:t>Version Control</a:t>
            </a:r>
          </a:p>
          <a:p>
            <a:r>
              <a:rPr lang="en-IN" sz="1500" b="1" dirty="0"/>
              <a:t>Git</a:t>
            </a:r>
            <a:r>
              <a:rPr lang="en-IN" sz="1500" dirty="0"/>
              <a:t> – Version control system </a:t>
            </a:r>
          </a:p>
          <a:p>
            <a:r>
              <a:rPr lang="en-IN" sz="1500" b="1" dirty="0" err="1"/>
              <a:t>GitHub</a:t>
            </a:r>
            <a:r>
              <a:rPr lang="en-IN" sz="1500" dirty="0"/>
              <a:t> – Code repository </a:t>
            </a:r>
          </a:p>
          <a:p>
            <a:endParaRPr lang="en-IN" sz="1500" dirty="0"/>
          </a:p>
          <a:p>
            <a:endParaRPr lang="en-IN" sz="1500" dirty="0"/>
          </a:p>
          <a:p>
            <a:r>
              <a:rPr lang="en-IN" sz="1500" b="1" dirty="0"/>
              <a:t>Development Tools</a:t>
            </a:r>
          </a:p>
          <a:p>
            <a:r>
              <a:rPr lang="en-IN" sz="1500" b="1" dirty="0"/>
              <a:t>VS Code</a:t>
            </a:r>
            <a:r>
              <a:rPr lang="en-IN" sz="1500" dirty="0"/>
              <a:t> – Frontend development </a:t>
            </a:r>
          </a:p>
          <a:p>
            <a:r>
              <a:rPr lang="en-IN" sz="1500" b="1" dirty="0"/>
              <a:t>Eclipse / </a:t>
            </a:r>
            <a:r>
              <a:rPr lang="en-IN" sz="1500" b="1" dirty="0" err="1"/>
              <a:t>IntelliJ</a:t>
            </a:r>
            <a:r>
              <a:rPr lang="en-IN" sz="1500" b="1" dirty="0"/>
              <a:t> IDEA</a:t>
            </a:r>
            <a:r>
              <a:rPr lang="en-IN" sz="1500" dirty="0"/>
              <a:t> – Backend development</a:t>
            </a:r>
          </a:p>
          <a:p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1031126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PROJECT MODULES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8895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93</TotalTime>
  <Words>313</Words>
  <Application>Microsoft Office PowerPoint</Application>
  <PresentationFormat>On-screen Show (4:3)</PresentationFormat>
  <Paragraphs>57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CareAssist : Medical Billing and Claims Management System</vt:lpstr>
      <vt:lpstr>Case Study Statement</vt:lpstr>
      <vt:lpstr>USECASE DIAGRAM</vt:lpstr>
      <vt:lpstr>TECHNOLOGIES USED</vt:lpstr>
      <vt:lpstr>PROJECT MODULES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CareAssist : Medical Billing and Claims Management</dc:title>
  <dc:creator>Gopika Nallathamby</dc:creator>
  <cp:lastModifiedBy>Gopika Nallathamby</cp:lastModifiedBy>
  <cp:revision>6</cp:revision>
  <dcterms:created xsi:type="dcterms:W3CDTF">2026-03-31T15:00:16Z</dcterms:created>
  <dcterms:modified xsi:type="dcterms:W3CDTF">2026-04-01T05:03:47Z</dcterms:modified>
</cp:coreProperties>
</file>